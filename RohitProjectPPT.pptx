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4" r:id="rId9"/>
    <p:sldId id="290" r:id="rId10"/>
    <p:sldId id="292" r:id="rId11"/>
    <p:sldId id="293"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ohit-verma799/NutriWiseA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27886897"/>
              </p:ext>
            </p:extLst>
          </p:nvPr>
        </p:nvGraphicFramePr>
        <p:xfrm>
          <a:off x="1299257" y="2600315"/>
          <a:ext cx="9394989" cy="2167128"/>
        </p:xfrm>
        <a:graphic>
          <a:graphicData uri="http://schemas.openxmlformats.org/drawingml/2006/table">
            <a:tbl>
              <a:tblPr>
                <a:noFill/>
                <a:tableStyleId>{0AAD8F4D-43EB-41E5-8A38-28AB6DFB1B60}</a:tableStyleId>
              </a:tblPr>
              <a:tblGrid>
                <a:gridCol w="1758575">
                  <a:extLst>
                    <a:ext uri="{9D8B030D-6E8A-4147-A177-3AD203B41FA5}">
                      <a16:colId xmlns:a16="http://schemas.microsoft.com/office/drawing/2014/main" val="20000"/>
                    </a:ext>
                  </a:extLst>
                </a:gridCol>
                <a:gridCol w="2064774">
                  <a:extLst>
                    <a:ext uri="{9D8B030D-6E8A-4147-A177-3AD203B41FA5}">
                      <a16:colId xmlns:a16="http://schemas.microsoft.com/office/drawing/2014/main" val="20002"/>
                    </a:ext>
                  </a:extLst>
                </a:gridCol>
                <a:gridCol w="3893575">
                  <a:extLst>
                    <a:ext uri="{9D8B030D-6E8A-4147-A177-3AD203B41FA5}">
                      <a16:colId xmlns:a16="http://schemas.microsoft.com/office/drawing/2014/main" val="20003"/>
                    </a:ext>
                  </a:extLst>
                </a:gridCol>
                <a:gridCol w="1678065">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Rohit Verma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rohitpannalalverma@gmail.com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9672001405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15996"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2308324"/>
          </a:xfrm>
          <a:prstGeom prst="rect">
            <a:avLst/>
          </a:prstGeom>
          <a:noFill/>
        </p:spPr>
        <p:txBody>
          <a:bodyPr wrap="square" rtlCol="0">
            <a:spAutoFit/>
          </a:bodyPr>
          <a:lstStyle/>
          <a:p>
            <a:r>
              <a:rPr lang="en-US" sz="2400" b="1" dirty="0"/>
              <a:t>Project Title – </a:t>
            </a:r>
            <a:r>
              <a:rPr lang="en-IN" sz="2400" b="1" dirty="0"/>
              <a:t>Nutri Wise AI — Personalized Nutrition &amp; Diet Planner.</a:t>
            </a:r>
          </a:p>
          <a:p>
            <a:endParaRPr lang="en-IN" sz="2400" b="1" dirty="0"/>
          </a:p>
          <a:p>
            <a:endParaRPr lang="en-IN" sz="2400" b="1" dirty="0"/>
          </a:p>
          <a:p>
            <a:endParaRPr lang="en-IN" sz="2400" dirty="0"/>
          </a:p>
          <a:p>
            <a:endParaRPr lang="en-IN" sz="2400" b="1" dirty="0">
              <a:highlight>
                <a:srgbClr val="FFFF00"/>
              </a:highlight>
            </a:endParaRPr>
          </a:p>
        </p:txBody>
      </p:sp>
      <p:pic>
        <p:nvPicPr>
          <p:cNvPr id="5" name="Picture 4">
            <a:extLst>
              <a:ext uri="{FF2B5EF4-FFF2-40B4-BE49-F238E27FC236}">
                <a16:creationId xmlns:a16="http://schemas.microsoft.com/office/drawing/2014/main" id="{719DD980-6C25-7929-6F81-426D03118BCB}"/>
              </a:ext>
            </a:extLst>
          </p:cNvPr>
          <p:cNvPicPr>
            <a:picLocks noChangeAspect="1"/>
          </p:cNvPicPr>
          <p:nvPr/>
        </p:nvPicPr>
        <p:blipFill>
          <a:blip r:embed="rId3"/>
          <a:stretch>
            <a:fillRect/>
          </a:stretch>
        </p:blipFill>
        <p:spPr>
          <a:xfrm>
            <a:off x="3552189" y="3708573"/>
            <a:ext cx="1032387" cy="853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r>
              <a:rPr lang="en-US" sz="1800" dirty="0"/>
              <a:t> </a:t>
            </a:r>
          </a:p>
          <a:p>
            <a:r>
              <a:rPr lang="en-US" sz="1800" dirty="0"/>
              <a:t>3.   .env</a:t>
            </a:r>
          </a:p>
          <a:p>
            <a:pPr marL="342900" indent="-342900">
              <a:buFont typeface="+mj-lt"/>
              <a:buAutoNum type="arabicPeriod"/>
            </a:pPr>
            <a:endParaRPr lang="en-US" sz="1800" dirty="0"/>
          </a:p>
          <a:p>
            <a:r>
              <a:rPr lang="en-US" sz="1800" dirty="0"/>
              <a:t>4. .</a:t>
            </a:r>
            <a:r>
              <a:rPr lang="en-US" sz="1800" dirty="0" err="1"/>
              <a:t>env.example</a:t>
            </a: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339525" y="1132356"/>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A513E9E-6677-5BB9-2D34-4BE48E36BAE9}"/>
              </a:ext>
            </a:extLst>
          </p:cNvPr>
          <p:cNvPicPr>
            <a:picLocks noChangeAspect="1"/>
          </p:cNvPicPr>
          <p:nvPr/>
        </p:nvPicPr>
        <p:blipFill>
          <a:blip r:embed="rId3"/>
          <a:stretch>
            <a:fillRect/>
          </a:stretch>
        </p:blipFill>
        <p:spPr>
          <a:xfrm>
            <a:off x="3210560" y="1736204"/>
            <a:ext cx="8506618" cy="4512667"/>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2508D773-6A03-8048-3A7A-D447D9D25EA8}"/>
              </a:ext>
            </a:extLst>
          </p:cNvPr>
          <p:cNvPicPr>
            <a:picLocks noChangeAspect="1"/>
          </p:cNvPicPr>
          <p:nvPr/>
        </p:nvPicPr>
        <p:blipFill>
          <a:blip r:embed="rId3"/>
          <a:stretch>
            <a:fillRect/>
          </a:stretch>
        </p:blipFill>
        <p:spPr>
          <a:xfrm>
            <a:off x="1502791" y="965200"/>
            <a:ext cx="9560560" cy="570992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1EFFE641-135A-43C1-7D68-0ABB760FCD31}"/>
              </a:ext>
            </a:extLst>
          </p:cNvPr>
          <p:cNvPicPr>
            <a:picLocks noChangeAspect="1"/>
          </p:cNvPicPr>
          <p:nvPr/>
        </p:nvPicPr>
        <p:blipFill>
          <a:blip r:embed="rId3"/>
          <a:stretch>
            <a:fillRect/>
          </a:stretch>
        </p:blipFill>
        <p:spPr>
          <a:xfrm>
            <a:off x="772160" y="816977"/>
            <a:ext cx="10393680" cy="568960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FF8E528-1F17-0524-D947-BF4CE3646610}"/>
              </a:ext>
            </a:extLst>
          </p:cNvPr>
          <p:cNvPicPr>
            <a:picLocks noChangeAspect="1"/>
          </p:cNvPicPr>
          <p:nvPr/>
        </p:nvPicPr>
        <p:blipFill>
          <a:blip r:embed="rId3"/>
          <a:stretch>
            <a:fillRect/>
          </a:stretch>
        </p:blipFill>
        <p:spPr>
          <a:xfrm>
            <a:off x="762000" y="816977"/>
            <a:ext cx="10546080" cy="549057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8329014-89F4-0042-4E7B-8A0D8C6DC8A0}"/>
              </a:ext>
            </a:extLst>
          </p:cNvPr>
          <p:cNvPicPr>
            <a:picLocks noChangeAspect="1"/>
          </p:cNvPicPr>
          <p:nvPr/>
        </p:nvPicPr>
        <p:blipFill>
          <a:blip r:embed="rId3"/>
          <a:stretch>
            <a:fillRect/>
          </a:stretch>
        </p:blipFill>
        <p:spPr>
          <a:xfrm>
            <a:off x="762000" y="858004"/>
            <a:ext cx="10211276" cy="544119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a:t>
            </a:r>
            <a:r>
              <a:rPr lang="en-IN" sz="2000" dirty="0"/>
              <a:t>Here is the GitHub URL: </a:t>
            </a:r>
            <a:r>
              <a:rPr lang="en-IN" sz="2000" dirty="0">
                <a:hlinkClick r:id="rId3"/>
              </a:rPr>
              <a:t>https://github.com/Rohit-verma799/NutriWiseAI</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408115" y="503794"/>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4" name="Picture 3">
            <a:extLst>
              <a:ext uri="{FF2B5EF4-FFF2-40B4-BE49-F238E27FC236}">
                <a16:creationId xmlns:a16="http://schemas.microsoft.com/office/drawing/2014/main" id="{8DFD7959-FCA1-411A-641E-CFBA05A76661}"/>
              </a:ext>
            </a:extLst>
          </p:cNvPr>
          <p:cNvPicPr>
            <a:picLocks noChangeAspect="1"/>
          </p:cNvPicPr>
          <p:nvPr/>
        </p:nvPicPr>
        <p:blipFill>
          <a:blip r:embed="rId2"/>
          <a:stretch>
            <a:fillRect/>
          </a:stretch>
        </p:blipFill>
        <p:spPr>
          <a:xfrm>
            <a:off x="2061615" y="1180902"/>
            <a:ext cx="8250533" cy="534014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2670781C-069B-416E-79E5-873CBBEAB293}"/>
              </a:ext>
            </a:extLst>
          </p:cNvPr>
          <p:cNvPicPr>
            <a:picLocks noChangeAspect="1"/>
          </p:cNvPicPr>
          <p:nvPr/>
        </p:nvPicPr>
        <p:blipFill>
          <a:blip r:embed="rId2"/>
          <a:stretch>
            <a:fillRect/>
          </a:stretch>
        </p:blipFill>
        <p:spPr>
          <a:xfrm>
            <a:off x="2348520" y="1386138"/>
            <a:ext cx="7848351" cy="515403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1272</Words>
  <Application>Microsoft Office PowerPoint</Application>
  <PresentationFormat>Widescreen</PresentationFormat>
  <Paragraphs>130</Paragraphs>
  <Slides>17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Rohit Verma</cp:lastModifiedBy>
  <cp:revision>9</cp:revision>
  <dcterms:created xsi:type="dcterms:W3CDTF">2025-07-08T05:06:56Z</dcterms:created>
  <dcterms:modified xsi:type="dcterms:W3CDTF">2026-08-12T16:38:19Z</dcterms:modified>
</cp:coreProperties>
</file>